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  <p:sldId id="270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На машине стоит датчик уровня топлива, блок шлёт показания раз в несколько секунд</a:t>
            </a:r>
          </a:p>
          <a:p>
            <a:pPr/>
            <a:r>
              <a:t>Надо находить моменты заправок</a:t>
            </a:r>
          </a:p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3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Уровень топлива, зажигание, скорость, время</a:t>
            </a:r>
          </a:p>
          <a:p>
            <a:pPr/>
            <a:r>
              <a:t>Сообщения неравномерные: от секунды до нескольких минут</a:t>
            </a:r>
          </a:p>
          <a:p>
            <a:pPr/>
            <a:r>
              <a:t>Уровень — в единицах датчика, не в литрах</a:t>
            </a:r>
          </a:p>
          <a:p>
            <a:pPr/>
            <a:r>
              <a:t>Перевод в литры — по тарировочной таблице своей машины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На стоянке датчик не передаёт ничего</a:t>
            </a:r>
          </a:p>
          <a:p>
            <a:pPr/>
            <a:r>
              <a:t>На ходу уровень гуляет от разгонов и уклонов</a:t>
            </a:r>
          </a:p>
          <a:p>
            <a:pPr/>
            <a:r>
              <a:t>Низкий порог ловит колебания, высокий — пропускает заправки</a:t>
            </a:r>
          </a:p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300">
                <a:solidFill>
                  <a:srgbClr val="1A1A1A"/>
                </a:solidFill>
              </a:rPr>
              <a:t>событийный F1 лучшего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заглушен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Роста нет: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работает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Уровень растёт 10–20 минут, рост виден.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85 228 строк: одна строка — 5 минут одной машины</a:t>
            </a:r>
          </a:p>
          <a:p>
            <a:pPr/>
            <a:r>
              <a:t>Столбцы: vehicle, ts, fuel, ign, speed, n_msg, label, split</a:t>
            </a:r>
          </a:p>
          <a:p>
            <a:pPr/>
            <a:r>
              <a:t>Классы: 0 — ничего, 1 — заправка на ходу, 2 — на стоянке</a:t>
            </a:r>
          </a:p>
          <a:p>
            <a:pPr/>
            <a:r>
              <a:t>Разбиение по машинам: 45 в обучении, 5 в тесте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371600"/>
            <a:ext cx="3017520" cy="256032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300">
                <a:solidFill>
                  <a:srgbClr val="1A1A1A"/>
                </a:solidFill>
              </a:rPr>
              <a:t>интервалов — заправка на ходу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076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371600"/>
            <a:ext cx="3017520" cy="256032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3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Точечная метрика обманывает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9307FE"/>
                </a:solidFill>
              </a:rPr>
              <a:t>Угадала 3 интервала из 5</a:t>
            </a:r>
          </a:p>
          <a:p>
            <a:pPr>
              <a:spcBef>
                <a:spcPts val="800"/>
              </a:spcBef>
            </a:pPr>
            <a:r>
              <a:rPr sz="1500"/>
              <a:t>Точечная: средне</a:t>
            </a:r>
          </a:p>
          <a:p>
            <a:pPr>
              <a:spcBef>
                <a:spcPts val="800"/>
              </a:spcBef>
            </a:pPr>
            <a:r>
              <a:rPr sz="1500"/>
              <a:t>Событийная: заправка найдена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5544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900" b="1">
                <a:solidFill>
                  <a:srgbClr val="9307FE"/>
                </a:solidFill>
              </a:rPr>
              <a:t>Одно срабатывание на стоянке</a:t>
            </a:r>
          </a:p>
          <a:p>
            <a:pPr>
              <a:spcBef>
                <a:spcPts val="800"/>
              </a:spcBef>
            </a:pPr>
            <a:r>
              <a:rPr sz="1500"/>
              <a:t>Точечная: почти незаметно</a:t>
            </a:r>
          </a:p>
          <a:p>
            <a:pPr>
              <a:spcBef>
                <a:spcPts val="800"/>
              </a:spcBef>
            </a:pPr>
            <a:r>
              <a:rPr sz="1500"/>
              <a:t>Событийная: ложная тревога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31920"/>
            <a:ext cx="7772400" cy="640080"/>
          </a:xfrm>
        </p:spPr>
        <p:txBody>
          <a:bodyPr/>
          <a:lstStyle/>
          <a:p>
            <a:pPr/>
            <a:r>
              <a:rPr sz="1500"/>
              <a:t>Событие — непрерывный блок класса 1. Засчитывается при пересечении с эталоном ±5 минут,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Событийная метрика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371600"/>
            <a:ext cx="6035040" cy="25394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371600"/>
            <a:ext cx="4389120" cy="2926080"/>
          </a:xfrm>
        </p:spPr>
        <p:txBody>
          <a:bodyPr/>
          <a:lstStyle/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0.853</a:t>
            </a:r>
          </a:p>
          <a:p>
            <a:pPr/>
            <a:r>
              <a:rPr sz="13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1.000 · recall 0.744</a:t>
            </a:r>
          </a:p>
          <a:p>
            <a:pPr/>
            <a:r>
              <a:rPr sz="1400"/>
              <a:t>96 событий найдено, 33 пропущено</a:t>
            </a:r>
          </a:p>
          <a:p>
            <a:pPr/>
            <a:r>
              <a:rPr sz="1400"/>
              <a:t>72 интервала уехали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377440"/>
          </a:xfrm>
        </p:spPr>
        <p:txBody>
          <a:bodyPr/>
          <a:lstStyle/>
          <a:p>
            <a:pPr/>
            <a:r>
              <a:rPr sz="1500"/>
              <a:t>Порог перебран от 1 до 20 литров</a:t>
            </a:r>
          </a:p>
          <a:p>
            <a:pPr>
              <a:spcBef>
                <a:spcPts val="800"/>
              </a:spcBef>
            </a:pPr>
            <a:r>
              <a:rPr sz="1500"/>
              <a:t>У порога precision около 0.22: находит заправки вместе с колебаниями</a:t>
            </a:r>
          </a:p>
          <a:p>
            <a:pPr>
              <a:spcBef>
                <a:spcPts val="8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900" b="1"/>
              <a:t>Поднять событийный F1 на тестовых машинах</a:t>
            </a:r>
          </a:p>
          <a:p>
            <a:pPr>
              <a:spcBef>
                <a:spcPts val="1200"/>
              </a:spcBef>
            </a:pPr>
            <a:r>
              <a:rPr sz="4000" b="1">
                <a:solidFill>
                  <a:srgbClr val="9307FE"/>
                </a:solidFill>
              </a:rPr>
              <a:t>0.88</a:t>
            </a:r>
          </a:p>
          <a:p>
            <a:pPr/>
            <a:r>
              <a:rPr sz="1300">
                <a:solidFill>
                  <a:srgbClr val="1A1A1A"/>
                </a:solidFill>
              </a:rPr>
              <a:t>планка «хорошо»</a:t>
            </a:r>
          </a:p>
          <a:p>
            <a:pPr>
              <a:spcBef>
                <a:spcPts val="14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rPr sz="1600"/>
              <a:t>Модель для заправок на стоянке даёт accuracy 100% и F1 = 1.0</a:t>
            </a:r>
          </a:p>
          <a:p>
            <a:pPr>
              <a:spcBef>
                <a:spcPts val="1200"/>
              </a:spcBef>
            </a:pPr>
            <a:r>
              <a:rPr sz="1500"/>
              <a:t>Метка ставится по правилу: три точки, в середине ноль, по краям уровни стабильны и различаются. Признаки — уровень и его разности.</a:t>
            </a:r>
          </a:p>
          <a:p>
            <a:pPr>
              <a:spcBef>
                <a:spcPts val="1600"/>
              </a:spcBef>
            </a:pPr>
            <a:r>
              <a:rPr sz="1900" b="1">
                <a:solidFill>
                  <a:srgbClr val="D92B22"/>
                </a:solidFill>
              </a:rPr>
              <a:t>Почему это ничего не говорит о качестве детекции?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