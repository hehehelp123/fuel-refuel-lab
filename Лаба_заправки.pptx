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authors.xml" ContentType="application/vnd.ms-powerpoint.author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870" r:id="rId1"/>
  </p:sldMasterIdLst>
  <p:notesMasterIdLst>
    <p:notesMasterId r:id="rId15"/>
  </p:notesMasterIdLst>
  <p:handoutMasterIdLst>
    <p:handoutMasterId r:id="rId16"/>
  </p:handoutMasterIdLst>
  <p:sldIdLst>
    <p:sldId id="256" r:id="rId10"/>
    <p:sldId id="257" r:id="rId11"/>
    <p:sldId id="258" r:id="rId12"/>
    <p:sldId id="259" r:id="rId13"/>
    <p:sldId id="260" r:id="rId14"/>
    <p:sldId id="261" r:id="rId9"/>
    <p:sldId id="262" r:id="rId8"/>
    <p:sldId id="263" r:id="rId7"/>
    <p:sldId id="264" r:id="rId6"/>
    <p:sldId id="265" r:id="rId5"/>
    <p:sldId id="266" r:id="rId4"/>
    <p:sldId id="267" r:id="rId3"/>
    <p:sldId id="268" r:id="rId2"/>
    <p:sldId id="269" r:id="rId23"/>
    <p:sldId id="270" r:id="rId24"/>
    <p:sldId id="271" r:id="rId25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11">
          <p15:clr>
            <a:srgbClr val="A4A3A4"/>
          </p15:clr>
        </p15:guide>
        <p15:guide id="2" pos="2874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22595315-6059-63B0-9BE8-AAFD11894995}" name="Елена Иванченко" initials="ЕИ" userId="7f7d7db965285a96" providerId="Windows Live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Самолетов" initials="С" lastIdx="3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FF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822" autoAdjust="0"/>
    <p:restoredTop sz="95884" autoAdjust="0"/>
  </p:normalViewPr>
  <p:slideViewPr>
    <p:cSldViewPr snapToGrid="0" snapToObjects="1" showGuides="1">
      <p:cViewPr varScale="1">
        <p:scale>
          <a:sx n="140" d="100"/>
          <a:sy n="140" d="100"/>
        </p:scale>
        <p:origin x="2454" y="114"/>
      </p:cViewPr>
      <p:guideLst>
        <p:guide orient="horz" pos="1611"/>
        <p:guide pos="287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 snapToObjects="1">
      <p:cViewPr varScale="1">
        <p:scale>
          <a:sx n="85" d="100"/>
          <a:sy n="85" d="100"/>
        </p:scale>
        <p:origin x="3888" y="90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3.xml"/><Relationship Id="rId3" Type="http://schemas.openxmlformats.org/officeDocument/2006/relationships/slide" Target="slides/slide12.xml"/><Relationship Id="rId4" Type="http://schemas.openxmlformats.org/officeDocument/2006/relationships/slide" Target="slides/slide11.xml"/><Relationship Id="rId5" Type="http://schemas.openxmlformats.org/officeDocument/2006/relationships/slide" Target="slides/slide10.xml"/><Relationship Id="rId6" Type="http://schemas.openxmlformats.org/officeDocument/2006/relationships/slide" Target="slides/slide9.xml"/><Relationship Id="rId7" Type="http://schemas.openxmlformats.org/officeDocument/2006/relationships/slide" Target="slides/slide8.xml"/><Relationship Id="rId8" Type="http://schemas.openxmlformats.org/officeDocument/2006/relationships/slide" Target="slides/slide7.xml"/><Relationship Id="rId9" Type="http://schemas.openxmlformats.org/officeDocument/2006/relationships/slide" Target="slides/slide6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notesMaster" Target="notesMasters/notesMaster1.xml"/><Relationship Id="rId16" Type="http://schemas.openxmlformats.org/officeDocument/2006/relationships/handoutMaster" Target="handoutMasters/handoutMaster1.xml"/><Relationship Id="rId17" Type="http://schemas.openxmlformats.org/officeDocument/2006/relationships/commentAuthors" Target="commentAuthors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Relationship Id="rId22" Type="http://schemas.microsoft.com/office/2018/10/relationships/authors" Target="authors.xml"/><Relationship Id="rId23" Type="http://schemas.openxmlformats.org/officeDocument/2006/relationships/slide" Target="slides/slide14.xml"/><Relationship Id="rId24" Type="http://schemas.openxmlformats.org/officeDocument/2006/relationships/slide" Target="slides/slide15.xml"/><Relationship Id="rId25" Type="http://schemas.openxmlformats.org/officeDocument/2006/relationships/slide" Target="slides/slide16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9412975-4CFD-C441-A244-B7FD9A9579C2}" type="datetimeFigureOut">
              <a:rPr lang="en-US" smtClean="0"/>
              <a:pPr/>
              <a:t>3/31/2026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D660DC-725D-2A44-9F89-74FE668A9C6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712542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DAFD1C8-470D-774F-8B40-381C3059BD4A}" type="datetimeFigureOut">
              <a:rPr lang="en-US" smtClean="0"/>
              <a:pPr/>
              <a:t>3/31/2026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449711C-DB87-6342-8123-FE7E39EB00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0073299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jp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jp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jp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jp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jp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jp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jp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jp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5098416" y="49027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8" name="TextBox 7"/>
          <p:cNvSpPr txBox="1"/>
          <p:nvPr/>
        </p:nvSpPr>
        <p:spPr>
          <a:xfrm>
            <a:off x="5910801" y="42723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7783B35-4D64-24CD-46E0-32E9FC276C40}"/>
              </a:ext>
            </a:extLst>
          </p:cNvPr>
          <p:cNvSpPr txBox="1"/>
          <p:nvPr userDrawn="1"/>
        </p:nvSpPr>
        <p:spPr>
          <a:xfrm>
            <a:off x="5098416" y="49027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5FEFD47-67FA-CC9C-A247-DDA306E69DC7}"/>
              </a:ext>
            </a:extLst>
          </p:cNvPr>
          <p:cNvSpPr txBox="1"/>
          <p:nvPr userDrawn="1"/>
        </p:nvSpPr>
        <p:spPr>
          <a:xfrm>
            <a:off x="5910801" y="42723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2B74B261-5474-8217-1C1F-DF8DF956D9C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5A92729-C745-7CCF-6847-2DF14BA71383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57199" y="1040162"/>
            <a:ext cx="8389257" cy="3735038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2000" baseline="0"/>
            </a:lvl1pPr>
            <a:lvl2pPr marL="457200" indent="0">
              <a:buFont typeface="Arial" panose="020B0604020202020204" pitchFamily="34" charset="0"/>
              <a:buNone/>
              <a:defRPr sz="2400"/>
            </a:lvl2pPr>
            <a:lvl3pPr marL="914400" indent="0">
              <a:buFont typeface="Arial" panose="020B0604020202020204" pitchFamily="34" charset="0"/>
              <a:buNone/>
              <a:defRPr sz="2000"/>
            </a:lvl3pPr>
            <a:lvl4pPr marL="1371600" indent="0">
              <a:buFont typeface="Arial" panose="020B0604020202020204" pitchFamily="34" charset="0"/>
              <a:buNone/>
              <a:defRPr sz="1800"/>
            </a:lvl4pPr>
            <a:lvl5pPr marL="1828800" indent="0">
              <a:buFont typeface="Arial" panose="020B0604020202020204" pitchFamily="34" charset="0"/>
              <a:buNone/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ru-RU" sz="20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</a:p>
          <a:p>
            <a:endParaRPr lang="ru-RU" sz="2000" dirty="0"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8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8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8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8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</p:spTree>
    <p:extLst>
      <p:ext uri="{BB962C8B-B14F-4D97-AF65-F5344CB8AC3E}">
        <p14:creationId xmlns:p14="http://schemas.microsoft.com/office/powerpoint/2010/main" val="35997768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kfql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457200" y="1211943"/>
            <a:ext cx="7467600" cy="3447143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400" baseline="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ru-RU" sz="24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</a:p>
          <a:p>
            <a:endParaRPr lang="ru-RU" sz="2400" dirty="0"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20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0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0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0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</p:spTree>
    <p:extLst>
      <p:ext uri="{BB962C8B-B14F-4D97-AF65-F5344CB8AC3E}">
        <p14:creationId xmlns:p14="http://schemas.microsoft.com/office/powerpoint/2010/main" val="35097158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7">
            <a:extLst>
              <a:ext uri="{FF2B5EF4-FFF2-40B4-BE49-F238E27FC236}">
                <a16:creationId xmlns:a16="http://schemas.microsoft.com/office/drawing/2014/main" id="{DC7664A4-1431-5B79-D831-F6220EA4364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07999" y="17922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r>
              <a:rPr lang="ru-RU" sz="12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</a:p>
        </p:txBody>
      </p:sp>
      <p:sp>
        <p:nvSpPr>
          <p:cNvPr id="4" name="Текст 13">
            <a:extLst>
              <a:ext uri="{FF2B5EF4-FFF2-40B4-BE49-F238E27FC236}">
                <a16:creationId xmlns:a16="http://schemas.microsoft.com/office/drawing/2014/main" id="{9A5E5274-1C05-A7BB-B9D5-BE8CD4A5E9F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7999" y="11824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>
                <a:latin typeface="Golos Text DemiBold" panose="020B0703020202020204" pitchFamily="34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5" name="Текст 7">
            <a:extLst>
              <a:ext uri="{FF2B5EF4-FFF2-40B4-BE49-F238E27FC236}">
                <a16:creationId xmlns:a16="http://schemas.microsoft.com/office/drawing/2014/main" id="{5FC28AB9-3129-9DBE-782C-D2B113A5A6D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000171" y="30114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ru-RU" sz="1200" dirty="0">
                <a:latin typeface="Golos Text" panose="020B0503020202020204"/>
              </a:rPr>
              <a:t>Основной текст слайда, ключевая формулировка.</a:t>
            </a:r>
          </a:p>
          <a:p>
            <a:pPr marL="0" indent="0" algn="l">
              <a:buNone/>
            </a:pPr>
            <a:endParaRPr lang="en-US" sz="1200" b="1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2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  <p:sp>
        <p:nvSpPr>
          <p:cNvPr id="6" name="Текст 13">
            <a:extLst>
              <a:ext uri="{FF2B5EF4-FFF2-40B4-BE49-F238E27FC236}">
                <a16:creationId xmlns:a16="http://schemas.microsoft.com/office/drawing/2014/main" id="{12C4E9B1-800A-20F6-E4F7-84C6B3BE946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00171" y="24016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>
                <a:latin typeface="Golos Text DemiBold" panose="020B0703020202020204" pitchFamily="34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5D8C1609-7E48-B73D-CDA4-19FD56B59EE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93299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Рисунок 2">
            <a:extLst>
              <a:ext uri="{FF2B5EF4-FFF2-40B4-BE49-F238E27FC236}">
                <a16:creationId xmlns:a16="http://schemas.microsoft.com/office/drawing/2014/main" id="{256F42A0-92A9-ED41-A4B6-1B839857D47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57200" y="936852"/>
            <a:ext cx="4608513" cy="3842155"/>
          </a:xfrm>
          <a:prstGeom prst="roundRect">
            <a:avLst>
              <a:gd name="adj" fmla="val 7784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7AA1A601-605F-FFE8-0BFA-9EB221F44B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E555EF72-8579-6966-364E-7EB76150977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08171" y="1153886"/>
            <a:ext cx="2532743" cy="3425371"/>
          </a:xfrm>
        </p:spPr>
        <p:txBody>
          <a:bodyPr>
            <a:normAutofit/>
          </a:bodyPr>
          <a:lstStyle>
            <a:lvl1pPr marL="0" indent="0">
              <a:buNone/>
              <a:defRPr sz="1200" baseline="0"/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r>
              <a:rPr lang="ru-RU" sz="14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</a:p>
        </p:txBody>
      </p:sp>
    </p:spTree>
    <p:extLst>
      <p:ext uri="{BB962C8B-B14F-4D97-AF65-F5344CB8AC3E}">
        <p14:creationId xmlns:p14="http://schemas.microsoft.com/office/powerpoint/2010/main" val="4394751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960393FA-3ECC-3158-E15E-58890F60BDB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13DB0C6-E4DE-9A4B-998D-34852F1B3E94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57199" y="1040162"/>
            <a:ext cx="8389257" cy="3735038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800" b="0" baseline="0">
                <a:solidFill>
                  <a:schemeClr val="bg1"/>
                </a:solidFill>
              </a:defRPr>
            </a:lvl1pPr>
            <a:lvl2pPr marL="457200" indent="0">
              <a:buFont typeface="Arial" panose="020B0604020202020204" pitchFamily="34" charset="0"/>
              <a:buNone/>
              <a:defRPr sz="2400"/>
            </a:lvl2pPr>
            <a:lvl3pPr marL="914400" indent="0">
              <a:buFont typeface="Arial" panose="020B0604020202020204" pitchFamily="34" charset="0"/>
              <a:buNone/>
              <a:defRPr sz="2000"/>
            </a:lvl3pPr>
            <a:lvl4pPr marL="1371600" indent="0">
              <a:buFont typeface="Arial" panose="020B0604020202020204" pitchFamily="34" charset="0"/>
              <a:buNone/>
              <a:defRPr sz="1800"/>
            </a:lvl4pPr>
            <a:lvl5pPr marL="1828800" indent="0">
              <a:buFont typeface="Arial" panose="020B0604020202020204" pitchFamily="34" charset="0"/>
              <a:buNone/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ru-RU" sz="2000" dirty="0">
                <a:latin typeface="Golos Text" panose="020B0503020202020204"/>
              </a:rPr>
              <a:t>Основной текст слайда, ключевая формулировка</a:t>
            </a:r>
          </a:p>
        </p:txBody>
      </p:sp>
    </p:spTree>
    <p:extLst>
      <p:ext uri="{BB962C8B-B14F-4D97-AF65-F5344CB8AC3E}">
        <p14:creationId xmlns:p14="http://schemas.microsoft.com/office/powerpoint/2010/main" val="40345594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Текст 4">
            <a:extLst>
              <a:ext uri="{FF2B5EF4-FFF2-40B4-BE49-F238E27FC236}">
                <a16:creationId xmlns:a16="http://schemas.microsoft.com/office/drawing/2014/main" id="{8ABD215D-CFC7-1CAC-2144-1C4A51F1FEB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4113" y="1233715"/>
            <a:ext cx="7170057" cy="3410856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600" baseline="0"/>
            </a:lvl1pPr>
            <a:lvl2pPr marL="457200" indent="0">
              <a:buFontTx/>
              <a:buNone/>
              <a:defRPr sz="1600" baseline="0"/>
            </a:lvl2pPr>
            <a:lvl3pPr marL="914400" indent="0">
              <a:buFontTx/>
              <a:buNone/>
              <a:defRPr sz="1600" baseline="0"/>
            </a:lvl3pPr>
            <a:lvl4pPr marL="1371600" indent="0">
              <a:buFontTx/>
              <a:buNone/>
              <a:defRPr sz="1600" baseline="0"/>
            </a:lvl4pPr>
            <a:lvl5pPr>
              <a:buFontTx/>
              <a:buNone/>
              <a:defRPr sz="1600" baseline="0"/>
            </a:lvl5pPr>
          </a:lstStyle>
          <a:p>
            <a:r>
              <a:rPr lang="ru-RU" sz="16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</a:p>
          <a:p>
            <a:endParaRPr lang="ru-RU" sz="1600" dirty="0"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4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B8569F4-01AC-6221-63B9-0F06F87F259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74149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Текст 7">
            <a:extLst>
              <a:ext uri="{FF2B5EF4-FFF2-40B4-BE49-F238E27FC236}">
                <a16:creationId xmlns:a16="http://schemas.microsoft.com/office/drawing/2014/main" id="{36D9692A-5DC0-3DF1-F516-70164F11C5A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07999" y="17922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r>
              <a:rPr lang="ru-RU" sz="12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</a:p>
        </p:txBody>
      </p:sp>
      <p:sp>
        <p:nvSpPr>
          <p:cNvPr id="16" name="Текст 13">
            <a:extLst>
              <a:ext uri="{FF2B5EF4-FFF2-40B4-BE49-F238E27FC236}">
                <a16:creationId xmlns:a16="http://schemas.microsoft.com/office/drawing/2014/main" id="{C2C41F40-A63A-48C4-01DC-A4A13BB7B83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7999" y="11824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>
                <a:latin typeface="Golos Text DemiBold" panose="020B0703020202020204" pitchFamily="34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D5B27C-CA4C-7381-3F84-F0595A76CE4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3" name="Текст 7">
            <a:extLst>
              <a:ext uri="{FF2B5EF4-FFF2-40B4-BE49-F238E27FC236}">
                <a16:creationId xmlns:a16="http://schemas.microsoft.com/office/drawing/2014/main" id="{2AA24315-FE73-04A8-D530-E746EC0C202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000171" y="30114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ru-RU" sz="1200" dirty="0">
                <a:latin typeface="Golos Text" panose="020B0503020202020204"/>
              </a:rPr>
              <a:t>Основной текст слайда, ключевая формулировка.</a:t>
            </a:r>
          </a:p>
          <a:p>
            <a:pPr marL="0" indent="0" algn="l">
              <a:buNone/>
            </a:pPr>
            <a:endParaRPr lang="en-US" sz="1200" b="1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2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  <p:sp>
        <p:nvSpPr>
          <p:cNvPr id="4" name="Текст 13">
            <a:extLst>
              <a:ext uri="{FF2B5EF4-FFF2-40B4-BE49-F238E27FC236}">
                <a16:creationId xmlns:a16="http://schemas.microsoft.com/office/drawing/2014/main" id="{69578C56-72EB-AE17-C6D4-CE1E8FBA306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00171" y="24016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>
                <a:latin typeface="Golos Text DemiBold" panose="020B0703020202020204" pitchFamily="34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30189341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8AE2ED3E-3221-72A5-8340-4E08819C8F2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4" name="Рисунок 2">
            <a:extLst>
              <a:ext uri="{FF2B5EF4-FFF2-40B4-BE49-F238E27FC236}">
                <a16:creationId xmlns:a16="http://schemas.microsoft.com/office/drawing/2014/main" id="{19B43694-08A8-116E-FA12-468591D136C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57200" y="936852"/>
            <a:ext cx="4608513" cy="3842155"/>
          </a:xfrm>
          <a:prstGeom prst="roundRect">
            <a:avLst>
              <a:gd name="adj" fmla="val 7952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5" name="Текст 6">
            <a:extLst>
              <a:ext uri="{FF2B5EF4-FFF2-40B4-BE49-F238E27FC236}">
                <a16:creationId xmlns:a16="http://schemas.microsoft.com/office/drawing/2014/main" id="{E75CB8B0-7394-87DF-B065-6F242AB2D01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08171" y="1153886"/>
            <a:ext cx="2532743" cy="3425371"/>
          </a:xfrm>
        </p:spPr>
        <p:txBody>
          <a:bodyPr>
            <a:normAutofit/>
          </a:bodyPr>
          <a:lstStyle>
            <a:lvl1pPr marL="0" indent="0">
              <a:buNone/>
              <a:defRPr sz="1400" baseline="0"/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ru-RU" sz="1400" dirty="0">
                <a:latin typeface="Golos Text" panose="020B0503020202020204"/>
              </a:rPr>
              <a:t>Основной текст слайда, ключевая формулировка.</a:t>
            </a:r>
          </a:p>
          <a:p>
            <a:pPr marL="0" indent="0" algn="l">
              <a:buNone/>
            </a:pPr>
            <a:endParaRPr lang="en-US" sz="1400" b="1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4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</p:spTree>
    <p:extLst>
      <p:ext uri="{BB962C8B-B14F-4D97-AF65-F5344CB8AC3E}">
        <p14:creationId xmlns:p14="http://schemas.microsoft.com/office/powerpoint/2010/main" val="19933665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BE98E654-ABDC-7E78-775E-43A2D6214CB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5D71CC7-EEA6-E9D0-68AD-36562CCF6071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57199" y="1040162"/>
            <a:ext cx="8389257" cy="3735038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800" b="0" baseline="0">
                <a:solidFill>
                  <a:schemeClr val="bg1"/>
                </a:solidFill>
              </a:defRPr>
            </a:lvl1pPr>
            <a:lvl2pPr marL="457200" indent="0">
              <a:buFont typeface="Arial" panose="020B0604020202020204" pitchFamily="34" charset="0"/>
              <a:buNone/>
              <a:defRPr sz="2400"/>
            </a:lvl2pPr>
            <a:lvl3pPr marL="914400" indent="0">
              <a:buFont typeface="Arial" panose="020B0604020202020204" pitchFamily="34" charset="0"/>
              <a:buNone/>
              <a:defRPr sz="2000"/>
            </a:lvl3pPr>
            <a:lvl4pPr marL="1371600" indent="0">
              <a:buFont typeface="Arial" panose="020B0604020202020204" pitchFamily="34" charset="0"/>
              <a:buNone/>
              <a:defRPr sz="1800"/>
            </a:lvl4pPr>
            <a:lvl5pPr marL="1828800" indent="0">
              <a:buFont typeface="Arial" panose="020B0604020202020204" pitchFamily="34" charset="0"/>
              <a:buNone/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ru-RU" sz="2000" dirty="0">
                <a:latin typeface="Golos Text" panose="020B0503020202020204"/>
              </a:rPr>
              <a:t>Основной текст слайда, ключевая формулировка</a:t>
            </a:r>
          </a:p>
        </p:txBody>
      </p:sp>
    </p:spTree>
    <p:extLst>
      <p:ext uri="{BB962C8B-B14F-4D97-AF65-F5344CB8AC3E}">
        <p14:creationId xmlns:p14="http://schemas.microsoft.com/office/powerpoint/2010/main" val="25408186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Текст 4">
            <a:extLst>
              <a:ext uri="{FF2B5EF4-FFF2-40B4-BE49-F238E27FC236}">
                <a16:creationId xmlns:a16="http://schemas.microsoft.com/office/drawing/2014/main" id="{8ABD215D-CFC7-1CAC-2144-1C4A51F1FEB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4113" y="1233715"/>
            <a:ext cx="7170057" cy="3410856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600" baseline="0"/>
            </a:lvl1pPr>
            <a:lvl2pPr marL="457200" indent="0">
              <a:buFontTx/>
              <a:buNone/>
              <a:defRPr sz="1600" baseline="0"/>
            </a:lvl2pPr>
            <a:lvl3pPr marL="914400" indent="0">
              <a:buFontTx/>
              <a:buNone/>
              <a:defRPr sz="1600" baseline="0"/>
            </a:lvl3pPr>
            <a:lvl4pPr marL="1371600" indent="0">
              <a:buFontTx/>
              <a:buNone/>
              <a:defRPr sz="1600" baseline="0"/>
            </a:lvl4pPr>
            <a:lvl5pPr>
              <a:buFontTx/>
              <a:buNone/>
              <a:defRPr sz="1600" baseline="0"/>
            </a:lvl5pPr>
          </a:lstStyle>
          <a:p>
            <a:r>
              <a:rPr lang="ru-RU" sz="16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</a:p>
          <a:p>
            <a:endParaRPr lang="ru-RU" sz="1600" dirty="0"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4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B8569F4-01AC-6221-63B9-0F06F87F259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033609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7">
            <a:extLst>
              <a:ext uri="{FF2B5EF4-FFF2-40B4-BE49-F238E27FC236}">
                <a16:creationId xmlns:a16="http://schemas.microsoft.com/office/drawing/2014/main" id="{3706F3BB-2486-D68F-6966-44BBD62CEC6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07999" y="17922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r>
              <a:rPr lang="ru-RU" sz="12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</a:p>
        </p:txBody>
      </p:sp>
      <p:sp>
        <p:nvSpPr>
          <p:cNvPr id="4" name="Текст 13">
            <a:extLst>
              <a:ext uri="{FF2B5EF4-FFF2-40B4-BE49-F238E27FC236}">
                <a16:creationId xmlns:a16="http://schemas.microsoft.com/office/drawing/2014/main" id="{49722966-1EC6-6348-3A3A-25A27C8E506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7999" y="11824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>
                <a:latin typeface="Golos Text DemiBold" panose="020B0703020202020204" pitchFamily="34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5" name="Текст 7">
            <a:extLst>
              <a:ext uri="{FF2B5EF4-FFF2-40B4-BE49-F238E27FC236}">
                <a16:creationId xmlns:a16="http://schemas.microsoft.com/office/drawing/2014/main" id="{D2BFFE86-F97D-E925-927B-0F6BBD2D6EE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000171" y="30114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ru-RU" sz="1200" dirty="0">
                <a:latin typeface="Golos Text" panose="020B0503020202020204"/>
              </a:rPr>
              <a:t>Основной текст слайда, ключевая формулировка.</a:t>
            </a:r>
          </a:p>
          <a:p>
            <a:pPr marL="0" indent="0" algn="l">
              <a:buNone/>
            </a:pPr>
            <a:endParaRPr lang="en-US" sz="1200" b="1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2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  <p:sp>
        <p:nvSpPr>
          <p:cNvPr id="6" name="Текст 13">
            <a:extLst>
              <a:ext uri="{FF2B5EF4-FFF2-40B4-BE49-F238E27FC236}">
                <a16:creationId xmlns:a16="http://schemas.microsoft.com/office/drawing/2014/main" id="{ADAF316B-52C6-704E-CB38-0E76498CD5E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00171" y="24016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>
                <a:latin typeface="Golos Text DemiBold" panose="020B0703020202020204" pitchFamily="34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5D888714-60F8-FF59-CB87-38F52214F9F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826003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78C44632-7642-B672-30DB-BEE8EBC23CE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4" name="Рисунок 2">
            <a:extLst>
              <a:ext uri="{FF2B5EF4-FFF2-40B4-BE49-F238E27FC236}">
                <a16:creationId xmlns:a16="http://schemas.microsoft.com/office/drawing/2014/main" id="{AF7BB137-1C7F-56D5-5D41-70ED6DEA4C5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57200" y="936852"/>
            <a:ext cx="4608513" cy="3842155"/>
          </a:xfrm>
          <a:prstGeom prst="roundRect">
            <a:avLst>
              <a:gd name="adj" fmla="val 8957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5" name="Текст 6">
            <a:extLst>
              <a:ext uri="{FF2B5EF4-FFF2-40B4-BE49-F238E27FC236}">
                <a16:creationId xmlns:a16="http://schemas.microsoft.com/office/drawing/2014/main" id="{D9C7E817-A2F7-D228-2EB2-8CC27106359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08171" y="1153886"/>
            <a:ext cx="2532743" cy="3425371"/>
          </a:xfrm>
        </p:spPr>
        <p:txBody>
          <a:bodyPr>
            <a:normAutofit/>
          </a:bodyPr>
          <a:lstStyle>
            <a:lvl1pPr marL="0" indent="0">
              <a:buNone/>
              <a:defRPr sz="1400" baseline="0"/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ru-RU" sz="1400" dirty="0">
                <a:latin typeface="Golos Text" panose="020B0503020202020204"/>
              </a:rPr>
              <a:t>Основной текст слайда, ключевая формулировка.</a:t>
            </a:r>
          </a:p>
          <a:p>
            <a:pPr marL="0" indent="0" algn="l">
              <a:buNone/>
            </a:pPr>
            <a:endParaRPr lang="en-US" sz="1400" b="1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4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</p:spTree>
    <p:extLst>
      <p:ext uri="{BB962C8B-B14F-4D97-AF65-F5344CB8AC3E}">
        <p14:creationId xmlns:p14="http://schemas.microsoft.com/office/powerpoint/2010/main" val="292703534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21F5CFB9-FFF2-E218-2283-FA3AC247B89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1CCADC5-135D-DC69-A40F-E7939EE42C8E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57199" y="1040162"/>
            <a:ext cx="8389257" cy="3735038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800" b="0" baseline="0">
                <a:solidFill>
                  <a:schemeClr val="bg1"/>
                </a:solidFill>
              </a:defRPr>
            </a:lvl1pPr>
            <a:lvl2pPr marL="457200" indent="0">
              <a:buFont typeface="Arial" panose="020B0604020202020204" pitchFamily="34" charset="0"/>
              <a:buNone/>
              <a:defRPr sz="2400"/>
            </a:lvl2pPr>
            <a:lvl3pPr marL="914400" indent="0">
              <a:buFont typeface="Arial" panose="020B0604020202020204" pitchFamily="34" charset="0"/>
              <a:buNone/>
              <a:defRPr sz="2000"/>
            </a:lvl3pPr>
            <a:lvl4pPr marL="1371600" indent="0">
              <a:buFont typeface="Arial" panose="020B0604020202020204" pitchFamily="34" charset="0"/>
              <a:buNone/>
              <a:defRPr sz="1800"/>
            </a:lvl4pPr>
            <a:lvl5pPr marL="1828800" indent="0">
              <a:buFont typeface="Arial" panose="020B0604020202020204" pitchFamily="34" charset="0"/>
              <a:buNone/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ru-RU" sz="2000" dirty="0">
                <a:latin typeface="Golos Text" panose="020B0503020202020204"/>
              </a:rPr>
              <a:t>Основной текст слайда, ключевая формулировка</a:t>
            </a:r>
          </a:p>
        </p:txBody>
      </p:sp>
    </p:spTree>
    <p:extLst>
      <p:ext uri="{BB962C8B-B14F-4D97-AF65-F5344CB8AC3E}">
        <p14:creationId xmlns:p14="http://schemas.microsoft.com/office/powerpoint/2010/main" val="311027388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Финал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4">
            <a:extLst>
              <a:ext uri="{FF2B5EF4-FFF2-40B4-BE49-F238E27FC236}">
                <a16:creationId xmlns:a16="http://schemas.microsoft.com/office/drawing/2014/main" id="{164235EB-093A-2BDE-8127-460B61C5B69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4113" y="1233715"/>
            <a:ext cx="7170057" cy="3410856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600" baseline="0"/>
            </a:lvl1pPr>
            <a:lvl2pPr marL="457200" indent="0">
              <a:buFontTx/>
              <a:buNone/>
              <a:defRPr sz="1600" baseline="0"/>
            </a:lvl2pPr>
            <a:lvl3pPr marL="914400" indent="0">
              <a:buFontTx/>
              <a:buNone/>
              <a:defRPr sz="1600" baseline="0"/>
            </a:lvl3pPr>
            <a:lvl4pPr marL="1371600" indent="0">
              <a:buFontTx/>
              <a:buNone/>
              <a:defRPr sz="1600" baseline="0"/>
            </a:lvl4pPr>
            <a:lvl5pPr>
              <a:buFontTx/>
              <a:buNone/>
              <a:defRPr sz="1600" baseline="0"/>
            </a:lvl5pPr>
          </a:lstStyle>
          <a:p>
            <a:r>
              <a:rPr lang="ru-RU" sz="16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</a:t>
            </a:r>
          </a:p>
          <a:p>
            <a:endParaRPr lang="ru-RU" sz="1600" dirty="0"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6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6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6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6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конец списка.</a:t>
            </a:r>
          </a:p>
          <a:p>
            <a:pPr lvl="0"/>
            <a:endParaRPr lang="ru-RU" dirty="0"/>
          </a:p>
          <a:p>
            <a:pPr lvl="0"/>
            <a:endParaRPr lang="ru-RU" dirty="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FFD6E8F6-2854-A3A1-FCCA-4BC7B8C564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844050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125FAEC5-3811-8889-0016-6EA3B2AC412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4" name="Текст 7">
            <a:extLst>
              <a:ext uri="{FF2B5EF4-FFF2-40B4-BE49-F238E27FC236}">
                <a16:creationId xmlns:a16="http://schemas.microsoft.com/office/drawing/2014/main" id="{CAC739FE-CC7A-A005-60BE-713B90BFE7B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07999" y="17922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r>
              <a:rPr lang="ru-RU" sz="12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</a:p>
        </p:txBody>
      </p:sp>
      <p:sp>
        <p:nvSpPr>
          <p:cNvPr id="5" name="Текст 13">
            <a:extLst>
              <a:ext uri="{FF2B5EF4-FFF2-40B4-BE49-F238E27FC236}">
                <a16:creationId xmlns:a16="http://schemas.microsoft.com/office/drawing/2014/main" id="{0280BF47-780B-2175-23F6-FDC24D601FF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7999" y="11824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>
                <a:latin typeface="Golos Text DemiBold" panose="020B0703020202020204" pitchFamily="34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6" name="Текст 7">
            <a:extLst>
              <a:ext uri="{FF2B5EF4-FFF2-40B4-BE49-F238E27FC236}">
                <a16:creationId xmlns:a16="http://schemas.microsoft.com/office/drawing/2014/main" id="{E58E80D7-3F9A-CA73-1A7E-C864B8F1B1A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000171" y="30114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ru-RU" sz="1200" dirty="0">
                <a:latin typeface="Golos Text" panose="020B0503020202020204"/>
              </a:rPr>
              <a:t>Основной текст слайда, ключевая формулировка.</a:t>
            </a:r>
          </a:p>
          <a:p>
            <a:pPr marL="0" indent="0" algn="l">
              <a:buNone/>
            </a:pPr>
            <a:endParaRPr lang="en-US" sz="1200" b="1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2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  <p:sp>
        <p:nvSpPr>
          <p:cNvPr id="7" name="Текст 13">
            <a:extLst>
              <a:ext uri="{FF2B5EF4-FFF2-40B4-BE49-F238E27FC236}">
                <a16:creationId xmlns:a16="http://schemas.microsoft.com/office/drawing/2014/main" id="{BF0BE89B-425E-821E-10AB-56C164DAED3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00171" y="24016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>
                <a:latin typeface="Golos Text DemiBold" panose="020B0703020202020204" pitchFamily="34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420629313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Рисунок 2">
            <a:extLst>
              <a:ext uri="{FF2B5EF4-FFF2-40B4-BE49-F238E27FC236}">
                <a16:creationId xmlns:a16="http://schemas.microsoft.com/office/drawing/2014/main" id="{F282CACE-D64E-E390-8227-23E049D60AA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57200" y="936852"/>
            <a:ext cx="4608513" cy="3842155"/>
          </a:xfrm>
          <a:prstGeom prst="roundRect">
            <a:avLst>
              <a:gd name="adj" fmla="val 7617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EFD893D5-8CB5-3E29-008C-CC0E0591AE2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5" name="Текст 6">
            <a:extLst>
              <a:ext uri="{FF2B5EF4-FFF2-40B4-BE49-F238E27FC236}">
                <a16:creationId xmlns:a16="http://schemas.microsoft.com/office/drawing/2014/main" id="{6E126262-C015-9DD6-F87F-1B632AE7449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08171" y="1153886"/>
            <a:ext cx="2532743" cy="3425371"/>
          </a:xfrm>
        </p:spPr>
        <p:txBody>
          <a:bodyPr>
            <a:normAutofit/>
          </a:bodyPr>
          <a:lstStyle>
            <a:lvl1pPr marL="0" indent="0">
              <a:buNone/>
              <a:defRPr sz="1400" baseline="0"/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ru-RU" sz="1400" dirty="0">
                <a:latin typeface="Golos Text" panose="020B0503020202020204"/>
              </a:rPr>
              <a:t>Основной текст слайда, ключевая формулировка.</a:t>
            </a:r>
          </a:p>
          <a:p>
            <a:pPr marL="0" indent="0" algn="l">
              <a:buNone/>
            </a:pPr>
            <a:endParaRPr lang="en-US" sz="1400" b="1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4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</p:spTree>
    <p:extLst>
      <p:ext uri="{BB962C8B-B14F-4D97-AF65-F5344CB8AC3E}">
        <p14:creationId xmlns:p14="http://schemas.microsoft.com/office/powerpoint/2010/main" val="173632129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7AA1A601-605F-FFE8-0BFA-9EB221F44B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E555EF72-8579-6966-364E-7EB76150977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102428" y="943208"/>
            <a:ext cx="5526315" cy="3875536"/>
          </a:xfrm>
        </p:spPr>
        <p:txBody>
          <a:bodyPr>
            <a:normAutofit/>
          </a:bodyPr>
          <a:lstStyle>
            <a:lvl1pPr marL="0" indent="0">
              <a:buNone/>
              <a:defRPr sz="1400" baseline="0"/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r>
              <a:rPr lang="ru-RU" sz="14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</a:p>
        </p:txBody>
      </p:sp>
      <p:sp>
        <p:nvSpPr>
          <p:cNvPr id="6" name="Рисунок 2">
            <a:extLst>
              <a:ext uri="{FF2B5EF4-FFF2-40B4-BE49-F238E27FC236}">
                <a16:creationId xmlns:a16="http://schemas.microsoft.com/office/drawing/2014/main" id="{E0DDF7E5-74E5-85B7-0EAB-6118F548A98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57200" y="943208"/>
            <a:ext cx="2532744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8" name="Рисунок 2">
            <a:extLst>
              <a:ext uri="{FF2B5EF4-FFF2-40B4-BE49-F238E27FC236}">
                <a16:creationId xmlns:a16="http://schemas.microsoft.com/office/drawing/2014/main" id="{7936B987-FE27-33B7-4612-FDB9F2B35C6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57200" y="2935720"/>
            <a:ext cx="2532744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68552863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6">
            <a:extLst>
              <a:ext uri="{FF2B5EF4-FFF2-40B4-BE49-F238E27FC236}">
                <a16:creationId xmlns:a16="http://schemas.microsoft.com/office/drawing/2014/main" id="{604BBFFB-7572-35FA-4787-0F445C56328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7201" y="1059322"/>
            <a:ext cx="3897086" cy="1734678"/>
          </a:xfrm>
        </p:spPr>
        <p:txBody>
          <a:bodyPr>
            <a:normAutofit/>
          </a:bodyPr>
          <a:lstStyle>
            <a:lvl1pPr marL="0" indent="0">
              <a:buNone/>
              <a:defRPr sz="1400" baseline="0">
                <a:solidFill>
                  <a:schemeClr val="bg1"/>
                </a:solidFill>
              </a:defRPr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r>
              <a:rPr lang="ru-RU" sz="1400" dirty="0">
                <a:latin typeface="Golos Text" panose="020B0503020202020204"/>
              </a:rPr>
              <a:t>Основной текст слайда, ключевая формулировка.</a:t>
            </a:r>
          </a:p>
        </p:txBody>
      </p:sp>
      <p:sp>
        <p:nvSpPr>
          <p:cNvPr id="4" name="Текст 6">
            <a:extLst>
              <a:ext uri="{FF2B5EF4-FFF2-40B4-BE49-F238E27FC236}">
                <a16:creationId xmlns:a16="http://schemas.microsoft.com/office/drawing/2014/main" id="{4BFD2DD0-1A50-CC19-1239-4EE4F12EA91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202" y="3105836"/>
            <a:ext cx="3897084" cy="1640335"/>
          </a:xfrm>
        </p:spPr>
        <p:txBody>
          <a:bodyPr>
            <a:normAutofit/>
          </a:bodyPr>
          <a:lstStyle>
            <a:lvl1pPr marL="0" indent="0">
              <a:buNone/>
              <a:defRPr sz="1400" baseline="0">
                <a:solidFill>
                  <a:schemeClr val="bg1"/>
                </a:solidFill>
              </a:defRPr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r>
              <a:rPr lang="ru-RU" sz="1400" dirty="0">
                <a:latin typeface="Golos Text" panose="020B0503020202020204"/>
              </a:rPr>
              <a:t>Основной текст слайда, ключевая формулировка.</a:t>
            </a:r>
          </a:p>
        </p:txBody>
      </p:sp>
      <p:sp>
        <p:nvSpPr>
          <p:cNvPr id="5" name="Текст 6">
            <a:extLst>
              <a:ext uri="{FF2B5EF4-FFF2-40B4-BE49-F238E27FC236}">
                <a16:creationId xmlns:a16="http://schemas.microsoft.com/office/drawing/2014/main" id="{73A9D63A-5180-ED0A-F619-007A1570C1E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789714" y="1059322"/>
            <a:ext cx="3632201" cy="3686849"/>
          </a:xfrm>
        </p:spPr>
        <p:txBody>
          <a:bodyPr>
            <a:normAutofit/>
          </a:bodyPr>
          <a:lstStyle>
            <a:lvl1pPr marL="0" indent="0">
              <a:buNone/>
              <a:defRPr sz="1400" baseline="0">
                <a:solidFill>
                  <a:schemeClr val="bg1"/>
                </a:solidFill>
              </a:defRPr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r>
              <a:rPr lang="ru-RU" sz="1400" dirty="0">
                <a:latin typeface="Golos Text" panose="020B0503020202020204"/>
              </a:rPr>
              <a:t>Основной текст слайда, ключевая формулировка.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7075CB2-AC7B-1521-E0C8-0618DBE0FE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735917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 Placeholder 24"/>
          <p:cNvSpPr>
            <a:spLocks noGrp="1"/>
          </p:cNvSpPr>
          <p:nvPr>
            <p:ph type="body" sz="quarter" idx="20" hasCustomPrompt="1"/>
          </p:nvPr>
        </p:nvSpPr>
        <p:spPr>
          <a:xfrm>
            <a:off x="457201" y="2933902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/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4" name="Text Placeholder 24"/>
          <p:cNvSpPr>
            <a:spLocks noGrp="1"/>
          </p:cNvSpPr>
          <p:nvPr>
            <p:ph type="body" sz="quarter" idx="21" hasCustomPrompt="1"/>
          </p:nvPr>
        </p:nvSpPr>
        <p:spPr>
          <a:xfrm>
            <a:off x="3209454" y="2933902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/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5" name="Text Placeholder 24"/>
          <p:cNvSpPr>
            <a:spLocks noGrp="1"/>
          </p:cNvSpPr>
          <p:nvPr>
            <p:ph type="body" sz="quarter" idx="22" hasCustomPrompt="1"/>
          </p:nvPr>
        </p:nvSpPr>
        <p:spPr>
          <a:xfrm>
            <a:off x="5969804" y="2933902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/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9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457200" y="3287828"/>
            <a:ext cx="2588883" cy="1395548"/>
          </a:xfrm>
        </p:spPr>
        <p:txBody>
          <a:bodyPr>
            <a:normAutofit/>
          </a:bodyPr>
          <a:lstStyle>
            <a:lvl1pPr marL="0" indent="0">
              <a:buNone/>
              <a:defRPr sz="1200" baseline="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0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3207251" y="3299578"/>
            <a:ext cx="2591416" cy="1395548"/>
          </a:xfrm>
        </p:spPr>
        <p:txBody>
          <a:bodyPr>
            <a:noAutofit/>
          </a:bodyPr>
          <a:lstStyle>
            <a:lvl1pPr marL="0" indent="0">
              <a:buNone/>
              <a:defRPr sz="1200" baseline="0"/>
            </a:lvl1pPr>
            <a:lvl2pPr>
              <a:defRPr sz="1200" baseline="0"/>
            </a:lvl2pPr>
            <a:lvl3pPr>
              <a:defRPr sz="1200" baseline="0"/>
            </a:lvl3pPr>
            <a:lvl4pPr>
              <a:defRPr sz="1200" baseline="0"/>
            </a:lvl4pPr>
            <a:lvl5pPr>
              <a:defRPr sz="1200" baseline="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784827D-CE53-9591-037D-C963F1C740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10" name="Content Placeholder 3">
            <a:extLst>
              <a:ext uri="{FF2B5EF4-FFF2-40B4-BE49-F238E27FC236}">
                <a16:creationId xmlns:a16="http://schemas.microsoft.com/office/drawing/2014/main" id="{5AE50A46-F4A6-68CE-7C12-AA2301388718}"/>
              </a:ext>
            </a:extLst>
          </p:cNvPr>
          <p:cNvSpPr>
            <a:spLocks noGrp="1"/>
          </p:cNvSpPr>
          <p:nvPr>
            <p:ph sz="half" idx="26" hasCustomPrompt="1"/>
          </p:nvPr>
        </p:nvSpPr>
        <p:spPr>
          <a:xfrm>
            <a:off x="5967600" y="3299578"/>
            <a:ext cx="2591416" cy="1395548"/>
          </a:xfrm>
        </p:spPr>
        <p:txBody>
          <a:bodyPr>
            <a:noAutofit/>
          </a:bodyPr>
          <a:lstStyle>
            <a:lvl1pPr marL="0" indent="0">
              <a:buNone/>
              <a:defRPr sz="1200" baseline="0"/>
            </a:lvl1pPr>
            <a:lvl2pPr>
              <a:defRPr sz="1200" baseline="0"/>
            </a:lvl2pPr>
            <a:lvl3pPr>
              <a:defRPr sz="1200" baseline="0"/>
            </a:lvl3pPr>
            <a:lvl4pPr>
              <a:defRPr sz="1200" baseline="0"/>
            </a:lvl4pPr>
            <a:lvl5pPr>
              <a:defRPr sz="1200" baseline="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1" name="Рисунок 2">
            <a:extLst>
              <a:ext uri="{FF2B5EF4-FFF2-40B4-BE49-F238E27FC236}">
                <a16:creationId xmlns:a16="http://schemas.microsoft.com/office/drawing/2014/main" id="{42AB405F-D2C7-9CD0-F8A2-C5B08DACE9F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69081" y="944463"/>
            <a:ext cx="2577001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12" name="Рисунок 2">
            <a:extLst>
              <a:ext uri="{FF2B5EF4-FFF2-40B4-BE49-F238E27FC236}">
                <a16:creationId xmlns:a16="http://schemas.microsoft.com/office/drawing/2014/main" id="{20D20C24-934F-4A5C-CF04-B479AF2D0D5F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3221666" y="944462"/>
            <a:ext cx="2577001" cy="1883023"/>
          </a:xfrm>
          <a:prstGeom prst="roundRect">
            <a:avLst>
              <a:gd name="adj" fmla="val 12905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16" name="Рисунок 2">
            <a:extLst>
              <a:ext uri="{FF2B5EF4-FFF2-40B4-BE49-F238E27FC236}">
                <a16:creationId xmlns:a16="http://schemas.microsoft.com/office/drawing/2014/main" id="{2D750E3A-97C5-5CBE-A3C9-0F2565E569EE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5980690" y="944463"/>
            <a:ext cx="2577001" cy="1883023"/>
          </a:xfrm>
          <a:prstGeom prst="roundRect">
            <a:avLst>
              <a:gd name="adj" fmla="val 10512"/>
            </a:avLst>
          </a:prstGeom>
        </p:spPr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77384253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7AA1A601-605F-FFE8-0BFA-9EB221F44B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E555EF72-8579-6966-364E-7EB76150977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733143" y="949330"/>
            <a:ext cx="2895600" cy="3895724"/>
          </a:xfrm>
        </p:spPr>
        <p:txBody>
          <a:bodyPr>
            <a:normAutofit/>
          </a:bodyPr>
          <a:lstStyle>
            <a:lvl1pPr marL="0" indent="0">
              <a:buNone/>
              <a:defRPr sz="1400" b="0" i="0" baseline="0"/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4" name="Рисунок 2">
            <a:extLst>
              <a:ext uri="{FF2B5EF4-FFF2-40B4-BE49-F238E27FC236}">
                <a16:creationId xmlns:a16="http://schemas.microsoft.com/office/drawing/2014/main" id="{F1233E17-1183-B76E-8FDC-B4E51177D94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57200" y="949329"/>
            <a:ext cx="2532744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8" name="Рисунок 2">
            <a:extLst>
              <a:ext uri="{FF2B5EF4-FFF2-40B4-BE49-F238E27FC236}">
                <a16:creationId xmlns:a16="http://schemas.microsoft.com/office/drawing/2014/main" id="{D225B0AE-7C4E-EA08-3FB1-DC344CD72446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095171" y="949328"/>
            <a:ext cx="2532744" cy="1883023"/>
          </a:xfrm>
          <a:prstGeom prst="roundRect">
            <a:avLst>
              <a:gd name="adj" fmla="val 11879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10" name="Рисунок 2">
            <a:extLst>
              <a:ext uri="{FF2B5EF4-FFF2-40B4-BE49-F238E27FC236}">
                <a16:creationId xmlns:a16="http://schemas.microsoft.com/office/drawing/2014/main" id="{8F0CB042-A157-2892-A9F3-8F41034FBC2B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3095171" y="2962031"/>
            <a:ext cx="2532744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11" name="Рисунок 2">
            <a:extLst>
              <a:ext uri="{FF2B5EF4-FFF2-40B4-BE49-F238E27FC236}">
                <a16:creationId xmlns:a16="http://schemas.microsoft.com/office/drawing/2014/main" id="{B7890194-FBA6-DE42-AD42-307D6F999BEF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457199" y="2962031"/>
            <a:ext cx="2532744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642747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7AA1A601-605F-FFE8-0BFA-9EB221F44B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4" name="Текст 6">
            <a:extLst>
              <a:ext uri="{FF2B5EF4-FFF2-40B4-BE49-F238E27FC236}">
                <a16:creationId xmlns:a16="http://schemas.microsoft.com/office/drawing/2014/main" id="{46AE54EB-260E-9A56-307F-307DC6AE327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7201" y="963397"/>
            <a:ext cx="2532744" cy="1883023"/>
          </a:xfrm>
        </p:spPr>
        <p:txBody>
          <a:bodyPr>
            <a:normAutofit/>
          </a:bodyPr>
          <a:lstStyle>
            <a:lvl1pPr marL="0" indent="0">
              <a:buNone/>
              <a:defRPr sz="1800" b="1" i="0" baseline="0"/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pPr lvl="0"/>
            <a:r>
              <a:rPr lang="ru-RU" dirty="0"/>
              <a:t>Ключевая фраза слайда</a:t>
            </a:r>
          </a:p>
        </p:txBody>
      </p:sp>
      <p:sp>
        <p:nvSpPr>
          <p:cNvPr id="7" name="Рисунок 2">
            <a:extLst>
              <a:ext uri="{FF2B5EF4-FFF2-40B4-BE49-F238E27FC236}">
                <a16:creationId xmlns:a16="http://schemas.microsoft.com/office/drawing/2014/main" id="{20DDEE97-30A5-E948-6E23-28FB2BCF96FD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3095171" y="963397"/>
            <a:ext cx="2532744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10" name="Рисунок 2">
            <a:extLst>
              <a:ext uri="{FF2B5EF4-FFF2-40B4-BE49-F238E27FC236}">
                <a16:creationId xmlns:a16="http://schemas.microsoft.com/office/drawing/2014/main" id="{AAC08422-7D47-2B7E-7D28-680BC07B364D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5733141" y="966928"/>
            <a:ext cx="2532744" cy="1883023"/>
          </a:xfrm>
          <a:prstGeom prst="roundRect">
            <a:avLst>
              <a:gd name="adj" fmla="val 11196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11" name="Рисунок 2">
            <a:extLst>
              <a:ext uri="{FF2B5EF4-FFF2-40B4-BE49-F238E27FC236}">
                <a16:creationId xmlns:a16="http://schemas.microsoft.com/office/drawing/2014/main" id="{4D0F3CB7-1C07-A606-10E8-3541ED42DF3F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5733141" y="2954042"/>
            <a:ext cx="2532744" cy="1883023"/>
          </a:xfrm>
          <a:prstGeom prst="roundRect">
            <a:avLst>
              <a:gd name="adj" fmla="val 8802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12" name="Рисунок 2">
            <a:extLst>
              <a:ext uri="{FF2B5EF4-FFF2-40B4-BE49-F238E27FC236}">
                <a16:creationId xmlns:a16="http://schemas.microsoft.com/office/drawing/2014/main" id="{AFE5227E-AF6F-5CD4-3762-3B690A4EFAC6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3095171" y="2960314"/>
            <a:ext cx="2532744" cy="1883023"/>
          </a:xfrm>
          <a:prstGeom prst="roundRect">
            <a:avLst>
              <a:gd name="adj" fmla="val 8459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13" name="Рисунок 2">
            <a:extLst>
              <a:ext uri="{FF2B5EF4-FFF2-40B4-BE49-F238E27FC236}">
                <a16:creationId xmlns:a16="http://schemas.microsoft.com/office/drawing/2014/main" id="{F1DACFFD-7F12-BA1F-C994-00039280C0A0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457200" y="2960314"/>
            <a:ext cx="2532744" cy="1883023"/>
          </a:xfrm>
          <a:prstGeom prst="roundRect">
            <a:avLst>
              <a:gd name="adj" fmla="val 10169"/>
            </a:avLst>
          </a:prstGeom>
        </p:spPr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3181888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ext Placeholder 24"/>
          <p:cNvSpPr>
            <a:spLocks noGrp="1"/>
          </p:cNvSpPr>
          <p:nvPr>
            <p:ph type="body" sz="quarter" idx="20" hasCustomPrompt="1"/>
          </p:nvPr>
        </p:nvSpPr>
        <p:spPr>
          <a:xfrm>
            <a:off x="457201" y="2367645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/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6" name="Text Placeholder 24"/>
          <p:cNvSpPr>
            <a:spLocks noGrp="1"/>
          </p:cNvSpPr>
          <p:nvPr>
            <p:ph type="body" sz="quarter" idx="21" hasCustomPrompt="1"/>
          </p:nvPr>
        </p:nvSpPr>
        <p:spPr>
          <a:xfrm>
            <a:off x="3275819" y="2367645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/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7" name="Text Placeholder 24"/>
          <p:cNvSpPr>
            <a:spLocks noGrp="1"/>
          </p:cNvSpPr>
          <p:nvPr>
            <p:ph type="body" sz="quarter" idx="22" hasCustomPrompt="1"/>
          </p:nvPr>
        </p:nvSpPr>
        <p:spPr>
          <a:xfrm>
            <a:off x="6085706" y="2367645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/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1F822C9-93DB-8981-8DE8-9669C842C91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11" name="Рисунок 2">
            <a:extLst>
              <a:ext uri="{FF2B5EF4-FFF2-40B4-BE49-F238E27FC236}">
                <a16:creationId xmlns:a16="http://schemas.microsoft.com/office/drawing/2014/main" id="{ABC6181E-5380-5398-36BA-70EAD01E6B61}"/>
              </a:ext>
            </a:extLst>
          </p:cNvPr>
          <p:cNvSpPr>
            <a:spLocks noGrp="1"/>
          </p:cNvSpPr>
          <p:nvPr>
            <p:ph type="pic" sz="quarter" idx="31" hasCustomPrompt="1"/>
          </p:nvPr>
        </p:nvSpPr>
        <p:spPr>
          <a:xfrm>
            <a:off x="454050" y="952607"/>
            <a:ext cx="2589213" cy="1304294"/>
          </a:xfrm>
          <a:prstGeom prst="roundRect">
            <a:avLst>
              <a:gd name="adj" fmla="val 9261"/>
            </a:avLst>
          </a:prstGeom>
        </p:spPr>
        <p:txBody>
          <a:bodyPr/>
          <a:lstStyle>
            <a:lvl1pPr>
              <a:defRPr/>
            </a:lvl1pPr>
          </a:lstStyle>
          <a:p>
            <a:r>
              <a:rPr lang="ru-RU" dirty="0"/>
              <a:t>Изображение</a:t>
            </a:r>
          </a:p>
        </p:txBody>
      </p:sp>
      <p:sp>
        <p:nvSpPr>
          <p:cNvPr id="12" name="Рисунок 2">
            <a:extLst>
              <a:ext uri="{FF2B5EF4-FFF2-40B4-BE49-F238E27FC236}">
                <a16:creationId xmlns:a16="http://schemas.microsoft.com/office/drawing/2014/main" id="{6C8F21F1-75B3-D8F1-2DB5-6F70F86F1DBF}"/>
              </a:ext>
            </a:extLst>
          </p:cNvPr>
          <p:cNvSpPr>
            <a:spLocks noGrp="1"/>
          </p:cNvSpPr>
          <p:nvPr>
            <p:ph type="pic" sz="quarter" idx="32" hasCustomPrompt="1"/>
          </p:nvPr>
        </p:nvSpPr>
        <p:spPr>
          <a:xfrm>
            <a:off x="3275818" y="952607"/>
            <a:ext cx="2589213" cy="1304294"/>
          </a:xfrm>
          <a:prstGeom prst="roundRect">
            <a:avLst>
              <a:gd name="adj" fmla="val 11730"/>
            </a:avLst>
          </a:prstGeom>
        </p:spPr>
        <p:txBody>
          <a:bodyPr/>
          <a:lstStyle>
            <a:lvl1pPr>
              <a:defRPr/>
            </a:lvl1pPr>
          </a:lstStyle>
          <a:p>
            <a:r>
              <a:rPr lang="ru-RU" dirty="0"/>
              <a:t>Изображение</a:t>
            </a:r>
          </a:p>
        </p:txBody>
      </p:sp>
      <p:sp>
        <p:nvSpPr>
          <p:cNvPr id="13" name="Рисунок 2">
            <a:extLst>
              <a:ext uri="{FF2B5EF4-FFF2-40B4-BE49-F238E27FC236}">
                <a16:creationId xmlns:a16="http://schemas.microsoft.com/office/drawing/2014/main" id="{276AF22E-2A7E-F9AB-5142-9D689D32BAC7}"/>
              </a:ext>
            </a:extLst>
          </p:cNvPr>
          <p:cNvSpPr>
            <a:spLocks noGrp="1"/>
          </p:cNvSpPr>
          <p:nvPr>
            <p:ph type="pic" sz="quarter" idx="33" hasCustomPrompt="1"/>
          </p:nvPr>
        </p:nvSpPr>
        <p:spPr>
          <a:xfrm>
            <a:off x="6089789" y="952607"/>
            <a:ext cx="2589213" cy="1304294"/>
          </a:xfrm>
          <a:prstGeom prst="roundRect">
            <a:avLst>
              <a:gd name="adj" fmla="val 10249"/>
            </a:avLst>
          </a:prstGeom>
        </p:spPr>
        <p:txBody>
          <a:bodyPr/>
          <a:lstStyle>
            <a:lvl1pPr>
              <a:defRPr/>
            </a:lvl1pPr>
          </a:lstStyle>
          <a:p>
            <a:r>
              <a:rPr lang="ru-RU" dirty="0"/>
              <a:t>Изображение</a:t>
            </a:r>
          </a:p>
        </p:txBody>
      </p:sp>
      <p:sp>
        <p:nvSpPr>
          <p:cNvPr id="14" name="Text Placeholder 24">
            <a:extLst>
              <a:ext uri="{FF2B5EF4-FFF2-40B4-BE49-F238E27FC236}">
                <a16:creationId xmlns:a16="http://schemas.microsoft.com/office/drawing/2014/main" id="{4381B90F-578B-03FE-3E62-01B123DDCA0C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60352" y="4281396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/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5" name="Text Placeholder 24">
            <a:extLst>
              <a:ext uri="{FF2B5EF4-FFF2-40B4-BE49-F238E27FC236}">
                <a16:creationId xmlns:a16="http://schemas.microsoft.com/office/drawing/2014/main" id="{78F39546-2C38-A484-9527-E82840466A9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3278970" y="4281396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/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7" name="Text Placeholder 24">
            <a:extLst>
              <a:ext uri="{FF2B5EF4-FFF2-40B4-BE49-F238E27FC236}">
                <a16:creationId xmlns:a16="http://schemas.microsoft.com/office/drawing/2014/main" id="{62CF135A-DC57-BFA7-737D-7E89CABB270B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6088857" y="4281396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/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3" name="Рисунок 2">
            <a:extLst>
              <a:ext uri="{FF2B5EF4-FFF2-40B4-BE49-F238E27FC236}">
                <a16:creationId xmlns:a16="http://schemas.microsoft.com/office/drawing/2014/main" id="{F2DF9285-C300-85F5-A106-92A286165DE1}"/>
              </a:ext>
            </a:extLst>
          </p:cNvPr>
          <p:cNvSpPr>
            <a:spLocks noGrp="1"/>
          </p:cNvSpPr>
          <p:nvPr>
            <p:ph type="pic" sz="quarter" idx="37" hasCustomPrompt="1"/>
          </p:nvPr>
        </p:nvSpPr>
        <p:spPr>
          <a:xfrm>
            <a:off x="457201" y="2866358"/>
            <a:ext cx="2589213" cy="1304294"/>
          </a:xfrm>
          <a:prstGeom prst="roundRect">
            <a:avLst>
              <a:gd name="adj" fmla="val 12224"/>
            </a:avLst>
          </a:prstGeom>
        </p:spPr>
        <p:txBody>
          <a:bodyPr/>
          <a:lstStyle>
            <a:lvl1pPr>
              <a:defRPr/>
            </a:lvl1pPr>
          </a:lstStyle>
          <a:p>
            <a:r>
              <a:rPr lang="ru-RU" dirty="0"/>
              <a:t>Изображение</a:t>
            </a:r>
          </a:p>
        </p:txBody>
      </p:sp>
      <p:sp>
        <p:nvSpPr>
          <p:cNvPr id="24" name="Рисунок 2">
            <a:extLst>
              <a:ext uri="{FF2B5EF4-FFF2-40B4-BE49-F238E27FC236}">
                <a16:creationId xmlns:a16="http://schemas.microsoft.com/office/drawing/2014/main" id="{3E7EB42F-DA19-C666-2E68-46C62D129469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3278969" y="2866358"/>
            <a:ext cx="2589213" cy="1304294"/>
          </a:xfrm>
          <a:prstGeom prst="roundRect">
            <a:avLst>
              <a:gd name="adj" fmla="val 11236"/>
            </a:avLst>
          </a:prstGeom>
        </p:spPr>
        <p:txBody>
          <a:bodyPr/>
          <a:lstStyle>
            <a:lvl1pPr>
              <a:defRPr/>
            </a:lvl1pPr>
          </a:lstStyle>
          <a:p>
            <a:r>
              <a:rPr lang="ru-RU" dirty="0"/>
              <a:t>Изображение</a:t>
            </a:r>
          </a:p>
        </p:txBody>
      </p:sp>
      <p:sp>
        <p:nvSpPr>
          <p:cNvPr id="31" name="Рисунок 2">
            <a:extLst>
              <a:ext uri="{FF2B5EF4-FFF2-40B4-BE49-F238E27FC236}">
                <a16:creationId xmlns:a16="http://schemas.microsoft.com/office/drawing/2014/main" id="{8819B960-AE2A-9E43-B370-CD1D6A1ACE8D}"/>
              </a:ext>
            </a:extLst>
          </p:cNvPr>
          <p:cNvSpPr>
            <a:spLocks noGrp="1"/>
          </p:cNvSpPr>
          <p:nvPr>
            <p:ph type="pic" sz="quarter" idx="39" hasCustomPrompt="1"/>
          </p:nvPr>
        </p:nvSpPr>
        <p:spPr>
          <a:xfrm>
            <a:off x="6092940" y="2866358"/>
            <a:ext cx="2589213" cy="1304294"/>
          </a:xfrm>
          <a:prstGeom prst="roundRect">
            <a:avLst>
              <a:gd name="adj" fmla="val 9755"/>
            </a:avLst>
          </a:prstGeom>
        </p:spPr>
        <p:txBody>
          <a:bodyPr/>
          <a:lstStyle>
            <a:lvl1pPr>
              <a:defRPr/>
            </a:lvl1pPr>
          </a:lstStyle>
          <a:p>
            <a:r>
              <a:rPr lang="ru-RU" dirty="0"/>
              <a:t>Изображение</a:t>
            </a:r>
          </a:p>
        </p:txBody>
      </p:sp>
    </p:spTree>
    <p:extLst>
      <p:ext uri="{BB962C8B-B14F-4D97-AF65-F5344CB8AC3E}">
        <p14:creationId xmlns:p14="http://schemas.microsoft.com/office/powerpoint/2010/main" val="718639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306434"/>
            <a:ext cx="8229600" cy="6204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21912"/>
            <a:ext cx="8229600" cy="28996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-865051" y="4134125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D4D3E97-5D7A-1D29-BA55-742D76C1C8C4}"/>
              </a:ext>
            </a:extLst>
          </p:cNvPr>
          <p:cNvSpPr txBox="1"/>
          <p:nvPr userDrawn="1"/>
        </p:nvSpPr>
        <p:spPr>
          <a:xfrm>
            <a:off x="-865051" y="4134125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76783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78" r:id="rId1"/>
    <p:sldLayoutId id="2147483872" r:id="rId2"/>
    <p:sldLayoutId id="2147483885" r:id="rId3"/>
    <p:sldLayoutId id="2147483877" r:id="rId4"/>
    <p:sldLayoutId id="2147483891" r:id="rId5"/>
    <p:sldLayoutId id="2147483883" r:id="rId6"/>
    <p:sldLayoutId id="2147483873" r:id="rId7"/>
    <p:sldLayoutId id="2147483888" r:id="rId8"/>
    <p:sldLayoutId id="2147483892" r:id="rId9"/>
    <p:sldLayoutId id="2147483874" r:id="rId10"/>
    <p:sldLayoutId id="2147483886" r:id="rId11"/>
    <p:sldLayoutId id="2147483889" r:id="rId12"/>
    <p:sldLayoutId id="2147483893" r:id="rId13"/>
    <p:sldLayoutId id="2147483879" r:id="rId14"/>
    <p:sldLayoutId id="2147483887" r:id="rId15"/>
    <p:sldLayoutId id="2147483890" r:id="rId16"/>
    <p:sldLayoutId id="2147483880" r:id="rId17"/>
    <p:sldLayoutId id="2147483894" r:id="rId18"/>
    <p:sldLayoutId id="2147483875" r:id="rId19"/>
    <p:sldLayoutId id="2147483881" r:id="rId20"/>
    <p:sldLayoutId id="2147483882" r:id="rId21"/>
    <p:sldLayoutId id="2147483706" r:id="rId22"/>
  </p:sldLayoutIdLst>
  <p:hf hdr="0" dt="0"/>
  <p:txStyles>
    <p:titleStyle>
      <a:lvl1pPr algn="l" defTabSz="457200" rtl="0" eaLnBrk="1" latinLnBrk="0" hangingPunct="1">
        <a:spcBef>
          <a:spcPct val="0"/>
        </a:spcBef>
        <a:buNone/>
        <a:defRPr sz="3600" b="1" i="0" kern="1200" baseline="0">
          <a:solidFill>
            <a:schemeClr val="tx1"/>
          </a:solidFill>
          <a:latin typeface="ALS Gorizont Bold Expanded" panose="00000805000000000000" pitchFamily="50" charset="0"/>
          <a:ea typeface="+mj-ea"/>
          <a:cs typeface="+mj-cs"/>
        </a:defRPr>
      </a:lvl1pPr>
    </p:titleStyle>
    <p:bodyStyle>
      <a:lvl1pPr marL="0" indent="0" algn="l" defTabSz="457200" rtl="0" eaLnBrk="1" latinLnBrk="0" hangingPunct="1">
        <a:spcBef>
          <a:spcPct val="20000"/>
        </a:spcBef>
        <a:buSzPct val="100000"/>
        <a:buFont typeface="Arial" panose="020B0604020202020204" pitchFamily="34" charset="0"/>
        <a:buNone/>
        <a:defRPr sz="2000" kern="1200">
          <a:solidFill>
            <a:schemeClr val="tx1"/>
          </a:solidFill>
          <a:latin typeface="Golos Text" panose="020B0503020202020204" pitchFamily="34" charset="-52"/>
          <a:ea typeface="+mn-ea"/>
          <a:cs typeface="Golos Text" panose="020B0503020202020204" pitchFamily="34" charset="-52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Golos Text" panose="020B0503020202020204" pitchFamily="34" charset="-52"/>
          <a:ea typeface="+mn-ea"/>
          <a:cs typeface="Golos Text" panose="020B0503020202020204" pitchFamily="34" charset="-52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Golos Text" panose="020B0503020202020204" pitchFamily="34" charset="-52"/>
          <a:ea typeface="+mn-ea"/>
          <a:cs typeface="Golos Text" panose="020B0503020202020204" pitchFamily="34" charset="-52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Golos Text" panose="020B0503020202020204" pitchFamily="34" charset="-52"/>
          <a:ea typeface="+mn-ea"/>
          <a:cs typeface="Golos Text" panose="020B0503020202020204" pitchFamily="34" charset="-52"/>
        </a:defRPr>
      </a:lvl4pPr>
      <a:lvl5pPr marL="1828800" indent="0" algn="l" defTabSz="457200" rtl="0" eaLnBrk="1" latinLnBrk="0" hangingPunct="1">
        <a:spcBef>
          <a:spcPct val="20000"/>
        </a:spcBef>
        <a:buFont typeface="Arial" panose="020B0604020202020204" pitchFamily="34" charset="0"/>
        <a:buNone/>
        <a:defRPr sz="1600" kern="1200">
          <a:solidFill>
            <a:schemeClr val="tx1"/>
          </a:solidFill>
          <a:latin typeface="Golos Text" panose="020B0503020202020204" pitchFamily="34" charset="-52"/>
          <a:ea typeface="+mn-ea"/>
          <a:cs typeface="Golos Text" panose="020B0503020202020204" pitchFamily="34" charset="-52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Детекция заправок по датчику уровня топлива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/>
            <a:r>
              <a:t>Лабораторная работа</a:t>
            </a:r>
          </a:p>
          <a:p>
            <a:pPr/>
            <a:r>
              <a:t>Данные автопарка: 50 машин, 6.1 млн сообщений телематики, июль — декабрь 2025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8B8AAD5-E9C3-1658-E63A-781FE18FA76A}"/>
              </a:ext>
            </a:extLst>
          </p:cNvPr>
          <p:cNvSpPr txBox="1"/>
          <p:nvPr/>
        </p:nvSpPr>
        <p:spPr>
          <a:xfrm>
            <a:off x="8372475" y="445557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pPr/>
            <a:r>
              <a:t>На машине установлен датчик уровня топлива, телематический блок передаёт показания раз в несколько секунд</a:t>
            </a:r>
          </a:p>
          <a:p>
            <a:pPr/>
            <a:r>
              <a:t>По этому временному ряду нужно определять моменты заправок</a:t>
            </a:r>
          </a:p>
          <a:p>
            <a:pPr/>
            <a:r>
              <a:t>Это основа топливного учёта в автопарке: иначе баланс топлива сводят вручную по чекам</a:t>
            </a:r>
          </a:p>
          <a:p>
            <a:pPr/>
            <a:r>
              <a:t>В данных за полгода размечено 1249 заправок на 50 машинах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Задача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8B8AAD5-E9C3-1658-E63A-781FE18FA76A}"/>
              </a:ext>
            </a:extLst>
          </p:cNvPr>
          <p:cNvSpPr txBox="1"/>
          <p:nvPr/>
        </p:nvSpPr>
        <p:spPr>
          <a:xfrm>
            <a:off x="8372475" y="445557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pPr/>
            <a:r>
              <a:t>Уровень топлива в условных единицах датчика, состояние зажигания, скорость, время</a:t>
            </a:r>
          </a:p>
          <a:p>
            <a:pPr/>
            <a:r>
              <a:t>Сообщения приходят неравномерно: от одного в секунду на ходу до одного в несколько минут на стоянке</a:t>
            </a:r>
          </a:p>
          <a:p>
            <a:pPr/>
            <a:r>
              <a:t>Тарировка: у каждой машины своя таблица «показание — литры», перевод выполняется линейной интерполяцией между её узлами</a:t>
            </a:r>
          </a:p>
          <a:p>
            <a:pPr/>
            <a:r>
              <a:t>Без тарировки одна и та же заправка на 40 литров даёт на разных машинах разную амплитуду, и общая модель работать не может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Что приходит с машины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8B8AAD5-E9C3-1658-E63A-781FE18FA76A}"/>
              </a:ext>
            </a:extLst>
          </p:cNvPr>
          <p:cNvSpPr txBox="1"/>
          <p:nvPr/>
        </p:nvSpPr>
        <p:spPr>
          <a:xfrm>
            <a:off x="8372475" y="445557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pPr/>
            <a:r>
              <a:t>Датчик запитан от зажигания: при заглушенном двигателе показаний нет, а заправка — это чаще всего стоянка</a:t>
            </a:r>
          </a:p>
          <a:p>
            <a:pPr/>
            <a:r>
              <a:t>При работающем двигателе уровень колеблется на несколько литров из-за разгонов и уклонов</a:t>
            </a:r>
          </a:p>
          <a:p>
            <a:pPr/>
            <a:r>
              <a:t>Низкий порог срабатывает на этих колебаниях, высокий пропускает небольшие заправки</a:t>
            </a:r>
          </a:p>
          <a:p>
            <a:pPr/>
            <a:r>
              <a:t>На наших данных лучший порог даёт событийный F1 = 0.37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Почему порог на приросте работает плохо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8B8AAD5-E9C3-1658-E63A-781FE18FA76A}"/>
              </a:ext>
            </a:extLst>
          </p:cNvPr>
          <p:cNvSpPr txBox="1"/>
          <p:nvPr/>
        </p:nvSpPr>
        <p:spPr>
          <a:xfrm>
            <a:off x="8372475" y="445557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pPr/>
            <a:r>
              <a:t>Двигатель заглушен: роста уровня в данных нет совсем. Известен уровень до остановки, затем пропуск, затем уровень после запуска. 711 событий</a:t>
            </a:r>
          </a:p>
          <a:p>
            <a:pPr/>
            <a:r>
              <a:t>Двигатель работает: уровень растёт монотонно 10–20 минут, рост виден напрямую. 538 событий</a:t>
            </a:r>
          </a:p>
          <a:p>
            <a:pPr/>
            <a:r>
              <a:t>Представления данных разные, поэтому и моделей две</a:t>
            </a:r>
          </a:p>
          <a:p>
            <a:pPr/>
            <a:r>
              <a:t>В лабораторной работаем со вторым случаем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Зажигание делит задачу на две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8B8AAD5-E9C3-1658-E63A-781FE18FA76A}"/>
              </a:ext>
            </a:extLst>
          </p:cNvPr>
          <p:cNvSpPr txBox="1"/>
          <p:nvPr/>
        </p:nvSpPr>
        <p:spPr>
          <a:xfrm>
            <a:off x="8372475" y="445557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>
          <a:xfrm>
            <a:off x="5577840" y="1234440"/>
            <a:ext cx="3108960" cy="3383280"/>
          </a:xfrm>
        </p:spPr>
        <p:txBody>
          <a:bodyPr/>
          <a:lstStyle/>
          <a:p>
            <a:pPr/>
            <a:r>
              <a:rPr sz="1400"/>
              <a:t>Один интервал — 5 минут</a:t>
            </a:r>
          </a:p>
          <a:p>
            <a:pPr/>
            <a:r>
              <a:rPr sz="1400"/>
              <a:t>Заправка занимает 3–4 интервала, уровень растёт с 17 до 75 литров</a:t>
            </a:r>
          </a:p>
          <a:p>
            <a:pPr/>
            <a:r>
              <a:rPr sz="1400"/>
              <a:t>Серым отмечена разметка оператора, её границы поставлены приблизительно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Заправка при работающем двигателе</a:t>
            </a:r>
          </a:p>
        </p:txBody>
      </p:sp>
      <p:pic>
        <p:nvPicPr>
          <p:cNvPr id="4" name="Picture 3" descr="s_ev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4937760" cy="2089857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A8B8AAD5-E9C3-1658-E63A-781FE18FA76A}"/>
              </a:ext>
            </a:extLst>
          </p:cNvPr>
          <p:cNvSpPr txBox="1"/>
          <p:nvPr/>
        </p:nvSpPr>
        <p:spPr>
          <a:xfrm>
            <a:off x="8372475" y="445557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pPr/>
            <a:r>
              <a:rPr sz="1500"/>
              <a:t>Файл fuel_5min.csv, 85 228 строк; одна строка — 5 минут работы одной машины</a:t>
            </a:r>
          </a:p>
          <a:p>
            <a:pPr/>
            <a:r>
              <a:rPr sz="1500"/>
              <a:t>Столбцы: vehicle, ts, fuel, ign, speed, n_msg, label, split</a:t>
            </a:r>
          </a:p>
          <a:p>
            <a:pPr/>
            <a:r>
              <a:rPr sz="1500"/>
              <a:t>Классы: 0 — ничего, 1 — заправка на ходу, 2 — заправка на стоянке</a:t>
            </a:r>
          </a:p>
          <a:p>
            <a:pPr/>
            <a:r>
              <a:rPr sz="1500"/>
              <a:t>Разбиение по машинам: 45 в обучении, 5 в тесте</a:t>
            </a:r>
          </a:p>
          <a:p>
            <a:pPr/>
            <a:r>
              <a:rPr sz="1500"/>
              <a:t>Случайное разбиение по точкам завысило бы метрику: окна одного события попали бы и в обучение, и в тест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Датасет лабораторной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8B8AAD5-E9C3-1658-E63A-781FE18FA76A}"/>
              </a:ext>
            </a:extLst>
          </p:cNvPr>
          <p:cNvSpPr txBox="1"/>
          <p:nvPr/>
        </p:nvSpPr>
        <p:spPr>
          <a:xfrm>
            <a:off x="8372475" y="445557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>
          <a:xfrm>
            <a:off x="5303520" y="1234440"/>
            <a:ext cx="3383280" cy="3383280"/>
          </a:xfrm>
        </p:spPr>
        <p:txBody>
          <a:bodyPr/>
          <a:lstStyle/>
          <a:p>
            <a:pPr/>
            <a:r>
              <a:rPr sz="1400"/>
              <a:t>Целевой класс занимает 1.8% интервалов</a:t>
            </a:r>
          </a:p>
          <a:p>
            <a:pPr/>
            <a:r>
              <a:rPr sz="1400"/>
              <a:t>Модель, всегда предсказывающая ноль, даёт 98% accuracy и не находит ни одной заправки</a:t>
            </a:r>
          </a:p>
          <a:p>
            <a:pPr/>
            <a:r>
              <a:rPr sz="1400"/>
              <a:t>В функции потерь используются веса классов: корень из отношения частот, ограниченный сверху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Дисбаланс классов</a:t>
            </a:r>
          </a:p>
        </p:txBody>
      </p:sp>
      <p:pic>
        <p:nvPicPr>
          <p:cNvPr id="4" name="Picture 3" descr="s_bal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4572000" cy="2510557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A8B8AAD5-E9C3-1658-E63A-781FE18FA76A}"/>
              </a:ext>
            </a:extLst>
          </p:cNvPr>
          <p:cNvSpPr txBox="1"/>
          <p:nvPr/>
        </p:nvSpPr>
        <p:spPr>
          <a:xfrm>
            <a:off x="8372475" y="445557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pPr/>
            <a:r>
              <a:rPr sz="1500"/>
              <a:t>Признаки интервала: уровень топлива и четыре разности с уровнем на 1, 2, 3 и 4 интервала назад</a:t>
            </a:r>
          </a:p>
          <a:p>
            <a:pPr/>
            <a:r>
              <a:rPr sz="1500"/>
              <a:t>Разности разной глубины: короткая замечает резкий скачок, длинная — медленный рост, растянутый на 20 минут</a:t>
            </a:r>
          </a:p>
          <a:p>
            <a:pPr/>
            <a:r>
              <a:rPr sz="1500"/>
              <a:t>Окно — 7 интервалов подряд, то есть 35 минут</a:t>
            </a:r>
          </a:p>
          <a:p>
            <a:pPr/>
            <a:r>
              <a:rPr sz="1500"/>
              <a:t>Класс окна равен классу его центрального интервала</a:t>
            </a:r>
          </a:p>
          <a:p>
            <a:pPr/>
            <a:r>
              <a:rPr sz="1500"/>
              <a:t>Получается 74 993 окна в обучении и 9 935 в тесте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Признаки и окна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8B8AAD5-E9C3-1658-E63A-781FE18FA76A}"/>
              </a:ext>
            </a:extLst>
          </p:cNvPr>
          <p:cNvSpPr txBox="1"/>
          <p:nvPr/>
        </p:nvSpPr>
        <p:spPr>
          <a:xfrm>
            <a:off x="8372475" y="445557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pPr/>
            <a:r>
              <a:rPr sz="1500"/>
              <a:t>Двухслойная LSTM, 64 скрытых нейрона, dropout 0.2, линейный слой на три класса</a:t>
            </a:r>
          </a:p>
          <a:p>
            <a:pPr/>
            <a:r>
              <a:rPr sz="1500"/>
              <a:t>51 651 параметр</a:t>
            </a:r>
          </a:p>
          <a:p>
            <a:pPr/>
            <a:r>
              <a:rPr sz="1500"/>
              <a:t>Adam, скорость обучения 0.001, размер батча 512, 30 эпох</a:t>
            </a:r>
          </a:p>
          <a:p>
            <a:pPr/>
            <a:r>
              <a:rPr sz="1500"/>
              <a:t>Обучение на процессоре занимает 45 секунд</a:t>
            </a:r>
          </a:p>
          <a:p>
            <a:pPr/>
            <a:r>
              <a:rPr sz="1500"/>
              <a:t>Та же архитектура используется в рабочем сервисе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Модель и обучение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8B8AAD5-E9C3-1658-E63A-781FE18FA76A}"/>
              </a:ext>
            </a:extLst>
          </p:cNvPr>
          <p:cNvSpPr txBox="1"/>
          <p:nvPr/>
        </p:nvSpPr>
        <p:spPr>
          <a:xfrm>
            <a:off x="8372475" y="445557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pPr/>
            <a:r>
              <a:t>Оператору нужен ответ «машина заправилась в такое-то время», а не «этот пятиминутный интервал относится к заправке»</a:t>
            </a:r>
          </a:p>
          <a:p>
            <a:pPr/>
            <a:r>
              <a:t>Модель, угадавшая 3 интервала из 5, по точечной метрике выглядит средне, но событие она нашла</a:t>
            </a:r>
          </a:p>
          <a:p>
            <a:pPr/>
            <a:r>
              <a:t>Одиночное срабатывание посреди стоянки по точечной метрике почти незаметно, хотя это ложная тревога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Почему точечных метрик недостаточно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8B8AAD5-E9C3-1658-E63A-781FE18FA76A}"/>
              </a:ext>
            </a:extLst>
          </p:cNvPr>
          <p:cNvSpPr txBox="1"/>
          <p:nvPr/>
        </p:nvSpPr>
        <p:spPr>
          <a:xfrm>
            <a:off x="8372475" y="445557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pPr/>
            <a:r>
              <a:rPr sz="1500"/>
              <a:t>События — непрерывные блоки класса 1 внутри одной машины</a:t>
            </a:r>
          </a:p>
          <a:p>
            <a:pPr/>
            <a:r>
              <a:rPr sz="1500"/>
              <a:t>Предсказание засчитывается, если пересекается с эталонным событием с допуском ±5 минут</a:t>
            </a:r>
          </a:p>
          <a:p>
            <a:pPr/>
            <a:r>
              <a:rPr sz="1500"/>
              <a:t>Допуск в 5 минут — это один интервал, поэтому соседний интервал не считается ошибкой</a:t>
            </a:r>
          </a:p>
          <a:p>
            <a:pPr/>
            <a:r>
              <a:rPr sz="1500"/>
              <a:t>Предсказания, попавшие на класс 2, не штрафуются: разметке там нельзя доверять</a:t>
            </a:r>
          </a:p>
          <a:p>
            <a:pPr/>
            <a:r>
              <a:rPr sz="1500"/>
              <a:t>Из TP, FP и FN считаются precision, recall и F1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Событийная метрика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8B8AAD5-E9C3-1658-E63A-781FE18FA76A}"/>
              </a:ext>
            </a:extLst>
          </p:cNvPr>
          <p:cNvSpPr txBox="1"/>
          <p:nvPr/>
        </p:nvSpPr>
        <p:spPr>
          <a:xfrm>
            <a:off x="8372475" y="445557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>
          <a:xfrm>
            <a:off x="3749039" y="1325880"/>
            <a:ext cx="4937760" cy="3200400"/>
          </a:xfrm>
        </p:spPr>
        <p:txBody>
          <a:bodyPr/>
          <a:lstStyle/>
          <a:p>
            <a:pPr/>
            <a:r>
              <a:rPr sz="1400"/>
              <a:t>Точечный F1 по классу 1: 0.750</a:t>
            </a:r>
          </a:p>
          <a:p>
            <a:pPr/>
            <a:r>
              <a:rPr sz="1400"/>
              <a:t>Событийные: precision 1.000, recall 0.744, F1 0.853</a:t>
            </a:r>
          </a:p>
          <a:p>
            <a:pPr/>
            <a:r>
              <a:rPr sz="1400"/>
              <a:t>Найдено 96 событий, пропущено 33</a:t>
            </a:r>
          </a:p>
          <a:p>
            <a:pPr/>
            <a:r>
              <a:rPr sz="1400"/>
              <a:t>72 интервала заправки на ходу отнесены к классу 2 — здесь основной запас для улучшения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Результаты</a:t>
            </a:r>
          </a:p>
        </p:txBody>
      </p:sp>
      <p:pic>
        <p:nvPicPr>
          <p:cNvPr id="4" name="Picture 3" descr="s_confu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2926080" cy="2974127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A8B8AAD5-E9C3-1658-E63A-781FE18FA76A}"/>
              </a:ext>
            </a:extLst>
          </p:cNvPr>
          <p:cNvSpPr txBox="1"/>
          <p:nvPr/>
        </p:nvSpPr>
        <p:spPr>
          <a:xfrm>
            <a:off x="8372475" y="445557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>
          <a:xfrm>
            <a:off x="5029200" y="1234440"/>
            <a:ext cx="3657600" cy="3383280"/>
          </a:xfrm>
        </p:spPr>
        <p:txBody>
          <a:bodyPr/>
          <a:lstStyle/>
          <a:p>
            <a:pPr/>
            <a:r>
              <a:rPr sz="1400"/>
              <a:t>Порог перебран по сетке от 1 до 20 литров, лучший результат 0.373</a:t>
            </a:r>
          </a:p>
          <a:p>
            <a:pPr/>
            <a:r>
              <a:rPr sz="1400"/>
              <a:t>При любом пороге recall высокий, а precision около 0.22</a:t>
            </a:r>
          </a:p>
          <a:p>
            <a:pPr/>
            <a:r>
              <a:rPr sz="1400"/>
              <a:t>Правило находит заправки вместе с большим числом колебаний уровня</a:t>
            </a:r>
          </a:p>
          <a:p>
            <a:pPr/>
            <a:r>
              <a:rPr sz="1400"/>
              <a:t>Модель отличает рост от шума по форме окна, а не по одному числу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Сравнение с пороговым правилом</a:t>
            </a:r>
          </a:p>
        </p:txBody>
      </p:sp>
      <p:pic>
        <p:nvPicPr>
          <p:cNvPr id="4" name="Picture 3" descr="s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4297680" cy="2798489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A8B8AAD5-E9C3-1658-E63A-781FE18FA76A}"/>
              </a:ext>
            </a:extLst>
          </p:cNvPr>
          <p:cNvSpPr txBox="1"/>
          <p:nvPr/>
        </p:nvSpPr>
        <p:spPr>
          <a:xfrm>
            <a:off x="8372475" y="445557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pPr/>
            <a:r>
              <a:rPr sz="1500"/>
              <a:t>Увеличить событийный F1 на тестовых машинах; планка «хорошо» — выше 0.88</a:t>
            </a:r>
          </a:p>
          <a:p>
            <a:pPr/>
            <a:r>
              <a:rPr sz="1500"/>
              <a:t>Что можно попробовать: добавить признаки (ign, speed, n_msg, время суток), нормализовать входы, изменить длину окна и веса классов, взять двунаправленную LSTM или свёртку, сгладить предсказания, подобрать порог вероятности вместо argmax, изменить размер интервала</a:t>
            </a:r>
          </a:p>
          <a:p>
            <a:pPr/>
            <a:r>
              <a:rPr sz="1500"/>
              <a:t>Разбиение split не менять, на тестовых машинах не обучаться</a:t>
            </a:r>
          </a:p>
          <a:p>
            <a:pPr/>
            <a:r>
              <a:rPr sz="1500"/>
              <a:t>Гиперпараметры подбирать на обучающей выборке</a:t>
            </a:r>
          </a:p>
          <a:p>
            <a:pPr/>
            <a:r>
              <a:rPr sz="1500"/>
              <a:t>В отчёте привести таблицу «что изменил — какой получился F1»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Задание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8B8AAD5-E9C3-1658-E63A-781FE18FA76A}"/>
              </a:ext>
            </a:extLst>
          </p:cNvPr>
          <p:cNvSpPr txBox="1"/>
          <p:nvPr/>
        </p:nvSpPr>
        <p:spPr>
          <a:xfrm>
            <a:off x="8372475" y="445557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pPr/>
            <a:r>
              <a:t>Вторая модель, для заправок при заглушенном двигателе, даёт на тесте accuracy 100% и F1 = 1.0 по целевому классу</a:t>
            </a:r>
          </a:p>
          <a:p>
            <a:pPr/>
            <a:r>
              <a:t>Метка там ставится по правилу: блок ровно из трёх точек, в середине уровень равен нулю, слева и справа уровни стабильны и различаются</a:t>
            </a:r>
          </a:p>
          <a:p>
            <a:pPr/>
            <a:r>
              <a:t>Признаки модели — уровень и его разности</a:t>
            </a:r>
          </a:p>
          <a:p>
            <a:pPr/>
            <a:r>
              <a:t>Почему такой результат ничего не говорит о качестве детекции? Что нужно изменить, чтобы число стало осмысленным?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Вопрос со звёздочкой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8B8AAD5-E9C3-1658-E63A-781FE18FA76A}"/>
              </a:ext>
            </a:extLst>
          </p:cNvPr>
          <p:cNvSpPr txBox="1"/>
          <p:nvPr/>
        </p:nvSpPr>
        <p:spPr>
          <a:xfrm>
            <a:off x="8372475" y="445557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Тема1">
  <a:themeElements>
    <a:clrScheme name="Другая 1">
      <a:dk1>
        <a:sysClr val="windowText" lastClr="000000"/>
      </a:dk1>
      <a:lt1>
        <a:sysClr val="window" lastClr="FFFFFF"/>
      </a:lt1>
      <a:dk2>
        <a:srgbClr val="000000"/>
      </a:dk2>
      <a:lt2>
        <a:srgbClr val="F8F8F8"/>
      </a:lt2>
      <a:accent1>
        <a:srgbClr val="EC0B43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Тема1" id="{4DAE9245-FD5C-48A3-9F61-0C8FFBFAE07A}" vid="{20E0B42B-372D-46F0-B56F-89DFAD950D3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5441</TotalTime>
  <Words>1058</Words>
  <Application>Microsoft Office PowerPoint</Application>
  <PresentationFormat>Экран (16:9)</PresentationFormat>
  <Paragraphs>86</Paragraphs>
  <Slides>13</Slides>
  <Notes>12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13</vt:i4>
      </vt:variant>
    </vt:vector>
  </HeadingPairs>
  <TitlesOfParts>
    <vt:vector size="19" baseType="lpstr">
      <vt:lpstr>ALS Gorizont Bold Expanded</vt:lpstr>
      <vt:lpstr>Arial</vt:lpstr>
      <vt:lpstr>Calibri</vt:lpstr>
      <vt:lpstr>Golos Text</vt:lpstr>
      <vt:lpstr>Golos Text DemiBold</vt:lpstr>
      <vt:lpstr>Тема1</vt:lpstr>
      <vt:lpstr>Система автоматического выявления подмены лица на изображениях с использованием современных технологий искусственного интеллекта </vt:lpstr>
      <vt:lpstr>Актуальность проблемы: Эволюция дипфейков</vt:lpstr>
      <vt:lpstr>Цель и задачи исследования</vt:lpstr>
      <vt:lpstr>Анализ существующих подходов</vt:lpstr>
      <vt:lpstr>Предложенная гибридная методология</vt:lpstr>
      <vt:lpstr>Архитектура: контекстная диаграмма</vt:lpstr>
      <vt:lpstr>Архитектура: диаграмма контейнеров</vt:lpstr>
      <vt:lpstr>Архитектур: диаграмма компонентов</vt:lpstr>
      <vt:lpstr>Формирование набора данных</vt:lpstr>
      <vt:lpstr>Результаты</vt:lpstr>
      <vt:lpstr>Интерпретируемость результата</vt:lpstr>
      <vt:lpstr>Итоги</vt:lpstr>
      <vt:lpstr>Спасибо за внимание!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Al</dc:creator>
  <cp:lastModifiedBy>Халеев Михаил Дмитриевич</cp:lastModifiedBy>
  <cp:revision>133</cp:revision>
  <dcterms:created xsi:type="dcterms:W3CDTF">2014-06-27T12:30:22Z</dcterms:created>
  <dcterms:modified xsi:type="dcterms:W3CDTF">2026-03-31T17:05:29Z</dcterms:modified>
</cp:coreProperties>
</file>